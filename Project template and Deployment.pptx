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66" r:id="rId11"/>
    <p:sldId id="267" r:id="rId12"/>
    <p:sldId id="2146847058" r:id="rId13"/>
    <p:sldId id="2146847059" r:id="rId14"/>
    <p:sldId id="2146847060" r:id="rId15"/>
    <p:sldId id="268" r:id="rId16"/>
    <p:sldId id="2146847055" r:id="rId17"/>
    <p:sldId id="269" r:id="rId18"/>
    <p:sldId id="2146847056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F823DA-B3BD-4268-90E0-87782D3C3E18}" v="17" dt="2026-09-01T15:49:17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kul mehra" userId="186556f1e1173cc4" providerId="LiveId" clId="{3486F3D7-3F16-400C-B412-5E48FE897709}"/>
    <pc:docChg chg="undo custSel addSld delSld modSld">
      <pc:chgData name="Nakul mehra" userId="186556f1e1173cc4" providerId="LiveId" clId="{3486F3D7-3F16-400C-B412-5E48FE897709}" dt="2026-09-01T15:49:25.813" v="212" actId="1036"/>
      <pc:docMkLst>
        <pc:docMk/>
      </pc:docMkLst>
      <pc:sldChg chg="modSp mod">
        <pc:chgData name="Nakul mehra" userId="186556f1e1173cc4" providerId="LiveId" clId="{3486F3D7-3F16-400C-B412-5E48FE897709}" dt="2026-09-01T11:18:06.733" v="12" actId="255"/>
        <pc:sldMkLst>
          <pc:docMk/>
          <pc:sldMk cId="1186421160" sldId="262"/>
        </pc:sldMkLst>
        <pc:spChg chg="mod">
          <ac:chgData name="Nakul mehra" userId="186556f1e1173cc4" providerId="LiveId" clId="{3486F3D7-3F16-400C-B412-5E48FE897709}" dt="2026-09-01T11:18:06.733" v="12" actId="255"/>
          <ac:spMkLst>
            <pc:docMk/>
            <pc:sldMk cId="1186421160" sldId="262"/>
            <ac:spMk id="2" creationId="{8FEE4A9C-3F57-7DA7-91FD-715C3FB47F93}"/>
          </ac:spMkLst>
        </pc:spChg>
      </pc:sldChg>
      <pc:sldChg chg="modSp mod">
        <pc:chgData name="Nakul mehra" userId="186556f1e1173cc4" providerId="LiveId" clId="{3486F3D7-3F16-400C-B412-5E48FE897709}" dt="2026-09-01T11:19:44.434" v="28" actId="14100"/>
        <pc:sldMkLst>
          <pc:docMk/>
          <pc:sldMk cId="3210358481" sldId="263"/>
        </pc:sldMkLst>
        <pc:spChg chg="mod">
          <ac:chgData name="Nakul mehra" userId="186556f1e1173cc4" providerId="LiveId" clId="{3486F3D7-3F16-400C-B412-5E48FE897709}" dt="2026-09-01T11:19:44.434" v="28" actId="14100"/>
          <ac:spMkLst>
            <pc:docMk/>
            <pc:sldMk cId="3210358481" sldId="263"/>
            <ac:spMk id="2" creationId="{E041FD9D-DF07-9C37-1E61-1D920E0EF1D4}"/>
          </ac:spMkLst>
        </pc:spChg>
      </pc:sldChg>
      <pc:sldChg chg="addSp modSp mod">
        <pc:chgData name="Nakul mehra" userId="186556f1e1173cc4" providerId="LiveId" clId="{3486F3D7-3F16-400C-B412-5E48FE897709}" dt="2026-09-01T11:22:00.324" v="70" actId="1035"/>
        <pc:sldMkLst>
          <pc:docMk/>
          <pc:sldMk cId="3202024527" sldId="265"/>
        </pc:sldMkLst>
        <pc:spChg chg="mod">
          <ac:chgData name="Nakul mehra" userId="186556f1e1173cc4" providerId="LiveId" clId="{3486F3D7-3F16-400C-B412-5E48FE897709}" dt="2026-09-01T11:21:44.049" v="48" actId="27636"/>
          <ac:spMkLst>
            <pc:docMk/>
            <pc:sldMk cId="3202024527" sldId="265"/>
            <ac:spMk id="2" creationId="{C4FFAF3C-BA60-9181-132C-C36C403AAEA7}"/>
          </ac:spMkLst>
        </pc:spChg>
        <pc:spChg chg="add mod">
          <ac:chgData name="Nakul mehra" userId="186556f1e1173cc4" providerId="LiveId" clId="{3486F3D7-3F16-400C-B412-5E48FE897709}" dt="2026-09-01T11:22:00.324" v="70" actId="1035"/>
          <ac:spMkLst>
            <pc:docMk/>
            <pc:sldMk cId="3202024527" sldId="265"/>
            <ac:spMk id="4" creationId="{B1CD7A03-2851-E080-957B-2B68A5732537}"/>
          </ac:spMkLst>
        </pc:spChg>
      </pc:sldChg>
      <pc:sldChg chg="addSp modSp mod">
        <pc:chgData name="Nakul mehra" userId="186556f1e1173cc4" providerId="LiveId" clId="{3486F3D7-3F16-400C-B412-5E48FE897709}" dt="2026-09-01T11:27:01.687" v="159" actId="255"/>
        <pc:sldMkLst>
          <pc:docMk/>
          <pc:sldMk cId="4154508776" sldId="266"/>
        </pc:sldMkLst>
        <pc:spChg chg="mod">
          <ac:chgData name="Nakul mehra" userId="186556f1e1173cc4" providerId="LiveId" clId="{3486F3D7-3F16-400C-B412-5E48FE897709}" dt="2026-09-01T11:26:51.099" v="158" actId="14100"/>
          <ac:spMkLst>
            <pc:docMk/>
            <pc:sldMk cId="4154508776" sldId="266"/>
            <ac:spMk id="2" creationId="{F7F0871F-2198-9E37-C96F-3611AA199B60}"/>
          </ac:spMkLst>
        </pc:spChg>
        <pc:spChg chg="add mod">
          <ac:chgData name="Nakul mehra" userId="186556f1e1173cc4" providerId="LiveId" clId="{3486F3D7-3F16-400C-B412-5E48FE897709}" dt="2026-09-01T11:27:01.687" v="159" actId="255"/>
          <ac:spMkLst>
            <pc:docMk/>
            <pc:sldMk cId="4154508776" sldId="266"/>
            <ac:spMk id="4" creationId="{8DC0B68A-8FAD-19DB-9A2E-052222E43836}"/>
          </ac:spMkLst>
        </pc:spChg>
      </pc:sldChg>
      <pc:sldChg chg="addSp delSp modSp mod">
        <pc:chgData name="Nakul mehra" userId="186556f1e1173cc4" providerId="LiveId" clId="{3486F3D7-3F16-400C-B412-5E48FE897709}" dt="2026-09-01T11:30:18.727" v="173" actId="14100"/>
        <pc:sldMkLst>
          <pc:docMk/>
          <pc:sldMk cId="1483293388" sldId="267"/>
        </pc:sldMkLst>
        <pc:spChg chg="mod">
          <ac:chgData name="Nakul mehra" userId="186556f1e1173cc4" providerId="LiveId" clId="{3486F3D7-3F16-400C-B412-5E48FE897709}" dt="2026-09-01T11:30:18.727" v="173" actId="14100"/>
          <ac:spMkLst>
            <pc:docMk/>
            <pc:sldMk cId="1483293388" sldId="267"/>
            <ac:spMk id="2" creationId="{D3304455-6802-6CA9-8475-2F6DD1B8D409}"/>
          </ac:spMkLst>
        </pc:spChg>
        <pc:picChg chg="add del mod">
          <ac:chgData name="Nakul mehra" userId="186556f1e1173cc4" providerId="LiveId" clId="{3486F3D7-3F16-400C-B412-5E48FE897709}" dt="2026-09-01T11:30:15.229" v="172" actId="478"/>
          <ac:picMkLst>
            <pc:docMk/>
            <pc:sldMk cId="1483293388" sldId="267"/>
            <ac:picMk id="4" creationId="{81759E15-D958-D225-6102-C65D75C51C55}"/>
          </ac:picMkLst>
        </pc:picChg>
      </pc:sldChg>
      <pc:sldChg chg="modSp mod">
        <pc:chgData name="Nakul mehra" userId="186556f1e1173cc4" providerId="LiveId" clId="{3486F3D7-3F16-400C-B412-5E48FE897709}" dt="2026-09-01T15:48:09.688" v="205" actId="14100"/>
        <pc:sldMkLst>
          <pc:docMk/>
          <pc:sldMk cId="3183315129" sldId="268"/>
        </pc:sldMkLst>
        <pc:spChg chg="mod">
          <ac:chgData name="Nakul mehra" userId="186556f1e1173cc4" providerId="LiveId" clId="{3486F3D7-3F16-400C-B412-5E48FE897709}" dt="2026-09-01T15:48:09.688" v="205" actId="14100"/>
          <ac:spMkLst>
            <pc:docMk/>
            <pc:sldMk cId="3183315129" sldId="268"/>
            <ac:spMk id="2" creationId="{005E46AB-32C4-4B57-A2B1-50738A64BE1B}"/>
          </ac:spMkLst>
        </pc:spChg>
      </pc:sldChg>
      <pc:sldChg chg="modSp mod">
        <pc:chgData name="Nakul mehra" userId="186556f1e1173cc4" providerId="LiveId" clId="{3486F3D7-3F16-400C-B412-5E48FE897709}" dt="2026-09-01T15:49:25.813" v="212" actId="1036"/>
        <pc:sldMkLst>
          <pc:docMk/>
          <pc:sldMk cId="728950222" sldId="269"/>
        </pc:sldMkLst>
        <pc:spChg chg="mod">
          <ac:chgData name="Nakul mehra" userId="186556f1e1173cc4" providerId="LiveId" clId="{3486F3D7-3F16-400C-B412-5E48FE897709}" dt="2026-09-01T15:49:25.813" v="212" actId="1036"/>
          <ac:spMkLst>
            <pc:docMk/>
            <pc:sldMk cId="728950222" sldId="269"/>
            <ac:spMk id="2" creationId="{357C38BC-22B3-37B2-E0C3-812020A76077}"/>
          </ac:spMkLst>
        </pc:spChg>
      </pc:sldChg>
      <pc:sldChg chg="modSp mod">
        <pc:chgData name="Nakul mehra" userId="186556f1e1173cc4" providerId="LiveId" clId="{3486F3D7-3F16-400C-B412-5E48FE897709}" dt="2026-09-01T15:48:54.060" v="207" actId="5793"/>
        <pc:sldMkLst>
          <pc:docMk/>
          <pc:sldMk cId="614882681" sldId="2146847055"/>
        </pc:sldMkLst>
        <pc:spChg chg="mod">
          <ac:chgData name="Nakul mehra" userId="186556f1e1173cc4" providerId="LiveId" clId="{3486F3D7-3F16-400C-B412-5E48FE897709}" dt="2026-09-01T15:48:54.060" v="207" actId="5793"/>
          <ac:spMkLst>
            <pc:docMk/>
            <pc:sldMk cId="614882681" sldId="2146847055"/>
            <ac:spMk id="3" creationId="{A6638FD1-D00E-E75B-705C-564F06D93D7B}"/>
          </ac:spMkLst>
        </pc:spChg>
      </pc:sldChg>
      <pc:sldChg chg="addSp delSp modSp new mod">
        <pc:chgData name="Nakul mehra" userId="186556f1e1173cc4" providerId="LiveId" clId="{3486F3D7-3F16-400C-B412-5E48FE897709}" dt="2026-09-01T11:24:24.144" v="91" actId="12"/>
        <pc:sldMkLst>
          <pc:docMk/>
          <pc:sldMk cId="801117605" sldId="2146847057"/>
        </pc:sldMkLst>
        <pc:spChg chg="mod">
          <ac:chgData name="Nakul mehra" userId="186556f1e1173cc4" providerId="LiveId" clId="{3486F3D7-3F16-400C-B412-5E48FE897709}" dt="2026-09-01T11:23:09.021" v="78" actId="207"/>
          <ac:spMkLst>
            <pc:docMk/>
            <pc:sldMk cId="801117605" sldId="2146847057"/>
            <ac:spMk id="2" creationId="{06C899BA-B707-7512-16AD-B6BBCFDAFE9F}"/>
          </ac:spMkLst>
        </pc:spChg>
        <pc:spChg chg="del">
          <ac:chgData name="Nakul mehra" userId="186556f1e1173cc4" providerId="LiveId" clId="{3486F3D7-3F16-400C-B412-5E48FE897709}" dt="2026-09-01T11:23:26.060" v="79"/>
          <ac:spMkLst>
            <pc:docMk/>
            <pc:sldMk cId="801117605" sldId="2146847057"/>
            <ac:spMk id="3" creationId="{D2E6CAA2-331C-6C82-4D66-01F4B3328A54}"/>
          </ac:spMkLst>
        </pc:spChg>
        <pc:graphicFrameChg chg="add mod modGraphic">
          <ac:chgData name="Nakul mehra" userId="186556f1e1173cc4" providerId="LiveId" clId="{3486F3D7-3F16-400C-B412-5E48FE897709}" dt="2026-09-01T11:24:24.144" v="91" actId="12"/>
          <ac:graphicFrameMkLst>
            <pc:docMk/>
            <pc:sldMk cId="801117605" sldId="2146847057"/>
            <ac:graphicFrameMk id="4" creationId="{8BDAE4B8-4BDF-5D82-5FC3-F5970E3D9B4B}"/>
          </ac:graphicFrameMkLst>
        </pc:graphicFrameChg>
      </pc:sldChg>
      <pc:sldChg chg="new del">
        <pc:chgData name="Nakul mehra" userId="186556f1e1173cc4" providerId="LiveId" clId="{3486F3D7-3F16-400C-B412-5E48FE897709}" dt="2026-09-01T11:22:15.619" v="72" actId="47"/>
        <pc:sldMkLst>
          <pc:docMk/>
          <pc:sldMk cId="1802832171" sldId="2146847057"/>
        </pc:sldMkLst>
      </pc:sldChg>
      <pc:sldChg chg="addSp delSp modSp new mod">
        <pc:chgData name="Nakul mehra" userId="186556f1e1173cc4" providerId="LiveId" clId="{3486F3D7-3F16-400C-B412-5E48FE897709}" dt="2026-09-01T11:30:49.575" v="184" actId="255"/>
        <pc:sldMkLst>
          <pc:docMk/>
          <pc:sldMk cId="1896568337" sldId="2146847058"/>
        </pc:sldMkLst>
        <pc:spChg chg="mod">
          <ac:chgData name="Nakul mehra" userId="186556f1e1173cc4" providerId="LiveId" clId="{3486F3D7-3F16-400C-B412-5E48FE897709}" dt="2026-09-01T11:30:49.575" v="184" actId="255"/>
          <ac:spMkLst>
            <pc:docMk/>
            <pc:sldMk cId="1896568337" sldId="2146847058"/>
            <ac:spMk id="2" creationId="{3BC7FC29-B8EE-75B5-C38F-42268F537270}"/>
          </ac:spMkLst>
        </pc:spChg>
        <pc:spChg chg="del">
          <ac:chgData name="Nakul mehra" userId="186556f1e1173cc4" providerId="LiveId" clId="{3486F3D7-3F16-400C-B412-5E48FE897709}" dt="2026-09-01T11:30:24.997" v="175" actId="22"/>
          <ac:spMkLst>
            <pc:docMk/>
            <pc:sldMk cId="1896568337" sldId="2146847058"/>
            <ac:spMk id="3" creationId="{6F18317C-34EE-AAE5-87ED-FB1ED604BD0B}"/>
          </ac:spMkLst>
        </pc:spChg>
        <pc:picChg chg="add mod ord">
          <ac:chgData name="Nakul mehra" userId="186556f1e1173cc4" providerId="LiveId" clId="{3486F3D7-3F16-400C-B412-5E48FE897709}" dt="2026-09-01T11:30:35.811" v="182" actId="1036"/>
          <ac:picMkLst>
            <pc:docMk/>
            <pc:sldMk cId="1896568337" sldId="2146847058"/>
            <ac:picMk id="5" creationId="{27FC6FCC-AAA6-6B8A-7C62-4888EE38FA34}"/>
          </ac:picMkLst>
        </pc:picChg>
      </pc:sldChg>
      <pc:sldChg chg="addSp delSp modSp new mod">
        <pc:chgData name="Nakul mehra" userId="186556f1e1173cc4" providerId="LiveId" clId="{3486F3D7-3F16-400C-B412-5E48FE897709}" dt="2026-09-01T11:31:31.513" v="190" actId="1036"/>
        <pc:sldMkLst>
          <pc:docMk/>
          <pc:sldMk cId="239848312" sldId="2146847059"/>
        </pc:sldMkLst>
        <pc:spChg chg="mod">
          <ac:chgData name="Nakul mehra" userId="186556f1e1173cc4" providerId="LiveId" clId="{3486F3D7-3F16-400C-B412-5E48FE897709}" dt="2026-09-01T11:31:00.241" v="186"/>
          <ac:spMkLst>
            <pc:docMk/>
            <pc:sldMk cId="239848312" sldId="2146847059"/>
            <ac:spMk id="2" creationId="{44F71DCB-A6F0-7566-91A0-24AFE94FDDDB}"/>
          </ac:spMkLst>
        </pc:spChg>
        <pc:spChg chg="del">
          <ac:chgData name="Nakul mehra" userId="186556f1e1173cc4" providerId="LiveId" clId="{3486F3D7-3F16-400C-B412-5E48FE897709}" dt="2026-09-01T11:31:27.962" v="189" actId="22"/>
          <ac:spMkLst>
            <pc:docMk/>
            <pc:sldMk cId="239848312" sldId="2146847059"/>
            <ac:spMk id="3" creationId="{BBD9F0F0-704D-656C-B371-04C5A208597A}"/>
          </ac:spMkLst>
        </pc:spChg>
        <pc:picChg chg="add mod ord">
          <ac:chgData name="Nakul mehra" userId="186556f1e1173cc4" providerId="LiveId" clId="{3486F3D7-3F16-400C-B412-5E48FE897709}" dt="2026-09-01T11:31:31.513" v="190" actId="1036"/>
          <ac:picMkLst>
            <pc:docMk/>
            <pc:sldMk cId="239848312" sldId="2146847059"/>
            <ac:picMk id="5" creationId="{9145AEE7-2D3C-9D8F-86C5-2EFC6C11BF9E}"/>
          </ac:picMkLst>
        </pc:picChg>
      </pc:sldChg>
      <pc:sldChg chg="addSp delSp modSp new mod">
        <pc:chgData name="Nakul mehra" userId="186556f1e1173cc4" providerId="LiveId" clId="{3486F3D7-3F16-400C-B412-5E48FE897709}" dt="2026-09-01T11:33:30.324" v="199" actId="14100"/>
        <pc:sldMkLst>
          <pc:docMk/>
          <pc:sldMk cId="3787763911" sldId="2146847060"/>
        </pc:sldMkLst>
        <pc:spChg chg="mod">
          <ac:chgData name="Nakul mehra" userId="186556f1e1173cc4" providerId="LiveId" clId="{3486F3D7-3F16-400C-B412-5E48FE897709}" dt="2026-09-01T11:31:05.421" v="188"/>
          <ac:spMkLst>
            <pc:docMk/>
            <pc:sldMk cId="3787763911" sldId="2146847060"/>
            <ac:spMk id="2" creationId="{34761E46-1B26-DD57-5620-7B913BF3EB7F}"/>
          </ac:spMkLst>
        </pc:spChg>
        <pc:spChg chg="add del">
          <ac:chgData name="Nakul mehra" userId="186556f1e1173cc4" providerId="LiveId" clId="{3486F3D7-3F16-400C-B412-5E48FE897709}" dt="2026-09-01T11:32:52.846" v="193" actId="22"/>
          <ac:spMkLst>
            <pc:docMk/>
            <pc:sldMk cId="3787763911" sldId="2146847060"/>
            <ac:spMk id="3" creationId="{DCEA1EE5-8564-6F3B-69B5-C6D6A8C2D17B}"/>
          </ac:spMkLst>
        </pc:spChg>
        <pc:picChg chg="add del mod ord">
          <ac:chgData name="Nakul mehra" userId="186556f1e1173cc4" providerId="LiveId" clId="{3486F3D7-3F16-400C-B412-5E48FE897709}" dt="2026-09-01T11:32:51.099" v="192" actId="34307"/>
          <ac:picMkLst>
            <pc:docMk/>
            <pc:sldMk cId="3787763911" sldId="2146847060"/>
            <ac:picMk id="4" creationId="{00BB744C-0F11-072E-8A5F-DA4AC64C6932}"/>
          </ac:picMkLst>
        </pc:picChg>
        <pc:picChg chg="add mod ord">
          <ac:chgData name="Nakul mehra" userId="186556f1e1173cc4" providerId="LiveId" clId="{3486F3D7-3F16-400C-B412-5E48FE897709}" dt="2026-09-01T11:32:58.929" v="195" actId="14100"/>
          <ac:picMkLst>
            <pc:docMk/>
            <pc:sldMk cId="3787763911" sldId="2146847060"/>
            <ac:picMk id="6" creationId="{FD0B06F7-6542-E4D0-E4C8-9DEF8E25B92D}"/>
          </ac:picMkLst>
        </pc:picChg>
        <pc:picChg chg="add mod">
          <ac:chgData name="Nakul mehra" userId="186556f1e1173cc4" providerId="LiveId" clId="{3486F3D7-3F16-400C-B412-5E48FE897709}" dt="2026-09-01T11:33:30.324" v="199" actId="14100"/>
          <ac:picMkLst>
            <pc:docMk/>
            <pc:sldMk cId="3787763911" sldId="2146847060"/>
            <ac:picMk id="8" creationId="{07614D01-EAA3-786B-F3EA-C80DA773A1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icte-batch1-resume-builder-fuurng7gntvmkafiuf6own.streamlit.app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endParaRPr 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  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Problem Statement </a:t>
            </a:r>
            <a:r>
              <a:rPr lang="en-US" sz="2000">
                <a:latin typeface="Arial"/>
                <a:ea typeface="+mn-lt"/>
                <a:cs typeface="Arial"/>
              </a:rPr>
              <a:t>(Should not include solution)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Proposed System/Solution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Calibri"/>
              </a:rPr>
              <a:t>System </a:t>
            </a:r>
            <a:r>
              <a:rPr lang="en-US" sz="2000" b="1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>
                <a:latin typeface="Arial"/>
                <a:ea typeface="+mn-lt"/>
                <a:cs typeface="+mn-lt"/>
              </a:rPr>
              <a:t>(Technology Used) </a:t>
            </a:r>
            <a:endParaRPr lang="en-US">
              <a:latin typeface="Arial"/>
              <a:ea typeface="+mn-lt"/>
              <a:cs typeface="+mn-lt"/>
            </a:endParaRPr>
          </a:p>
          <a:p>
            <a:r>
              <a:rPr lang="en-US" sz="2000" b="1">
                <a:latin typeface="Arial"/>
                <a:ea typeface="+mn-lt"/>
                <a:cs typeface="+mn-lt"/>
              </a:rPr>
              <a:t>Algorithm &amp; Deployment  </a:t>
            </a:r>
            <a:endParaRPr lang="en-US">
              <a:latin typeface="Arial"/>
              <a:cs typeface="Calibri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Conclusion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References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320216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Problem Statement</a:t>
            </a:r>
          </a:p>
          <a:p>
            <a:pPr lvl="0"/>
            <a:r>
              <a:rPr lang="en-US" dirty="0"/>
              <a:t>Finding a suitable blood donor during emergencies can be difficult and time-consuming. </a:t>
            </a:r>
          </a:p>
          <a:p>
            <a:pPr lvl="0"/>
            <a:r>
              <a:rPr lang="en-US" dirty="0"/>
              <a:t>Donor information is often scattered across different sources. </a:t>
            </a:r>
          </a:p>
          <a:p>
            <a:pPr lvl="0"/>
            <a:r>
              <a:rPr lang="en-US" dirty="0"/>
              <a:t>Manual donor searching makes emergency response slower. </a:t>
            </a:r>
          </a:p>
          <a:p>
            <a:pPr lvl="0"/>
            <a:r>
              <a:rPr lang="en-US" dirty="0"/>
              <a:t>Patients need compatible donors based on </a:t>
            </a:r>
            <a:r>
              <a:rPr lang="en-US" b="1" dirty="0"/>
              <a:t>blood group, donation type and location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A centralized system is required to connect donors with recipients efficiently. </a:t>
            </a:r>
          </a:p>
          <a:p>
            <a:pPr marL="0" indent="0">
              <a:buNone/>
            </a:pPr>
            <a:r>
              <a:rPr lang="en-US" sz="2000" b="1" dirty="0"/>
              <a:t>Goal:</a:t>
            </a:r>
            <a:r>
              <a:rPr lang="en-US" dirty="0"/>
              <a:t> Reduce the time required to identify suitable donors during urgent situations.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04" y="1232453"/>
            <a:ext cx="11613485" cy="492339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 err="1"/>
              <a:t>LifeLink</a:t>
            </a:r>
            <a:r>
              <a:rPr lang="en-US" sz="2400" b="1" dirty="0"/>
              <a:t> AI</a:t>
            </a:r>
          </a:p>
          <a:p>
            <a:pPr marL="0" indent="0">
              <a:buNone/>
            </a:pPr>
            <a:r>
              <a:rPr lang="en-US" sz="1600" dirty="0" err="1"/>
              <a:t>LifeLink</a:t>
            </a:r>
            <a:r>
              <a:rPr lang="en-US" sz="1600" dirty="0"/>
              <a:t> AI is a </a:t>
            </a:r>
            <a:r>
              <a:rPr lang="en-US" sz="1600" dirty="0" err="1"/>
              <a:t>Streamlit</a:t>
            </a:r>
            <a:r>
              <a:rPr lang="en-US" sz="1600" dirty="0"/>
              <a:t>-based donor-recipient matching platform designed to simplify emergency blood and organ donation coordination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Key Components:</a:t>
            </a:r>
            <a:endParaRPr lang="en-US" sz="2400" dirty="0"/>
          </a:p>
          <a:p>
            <a:pPr lvl="0"/>
            <a:r>
              <a:rPr lang="en-US" sz="1600" dirty="0"/>
              <a:t>👤 Donor Registration </a:t>
            </a:r>
          </a:p>
          <a:p>
            <a:pPr lvl="0"/>
            <a:r>
              <a:rPr lang="en-US" sz="1600" dirty="0"/>
              <a:t>🚨 Urgent Donation Requests </a:t>
            </a:r>
          </a:p>
          <a:p>
            <a:pPr lvl="0"/>
            <a:r>
              <a:rPr lang="en-US" sz="1600" dirty="0"/>
              <a:t>🔗 Automated Donor Matching </a:t>
            </a:r>
          </a:p>
          <a:p>
            <a:pPr lvl="0"/>
            <a:r>
              <a:rPr lang="en-US" sz="1600" dirty="0"/>
              <a:t>🩸 Blood Compatibility Checking </a:t>
            </a:r>
          </a:p>
          <a:p>
            <a:pPr lvl="0"/>
            <a:r>
              <a:rPr lang="en-US" sz="1600" dirty="0"/>
              <a:t>📍 Location-based Prioritization </a:t>
            </a:r>
          </a:p>
          <a:p>
            <a:pPr lvl="0"/>
            <a:r>
              <a:rPr lang="en-US" sz="1600" dirty="0"/>
              <a:t>📊 Real-time Dashboard </a:t>
            </a:r>
          </a:p>
          <a:p>
            <a:pPr lvl="0"/>
            <a:r>
              <a:rPr lang="en-US" sz="1600" dirty="0"/>
              <a:t>🤖 AI-powered Assistant </a:t>
            </a:r>
          </a:p>
          <a:p>
            <a:pPr marL="0" indent="0">
              <a:buNone/>
            </a:pPr>
            <a:r>
              <a:rPr lang="en-US" sz="1600" dirty="0"/>
              <a:t>The system filters compatible and available donors and ranks potential matches based on relevant criteria.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4100977" cy="46733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/>
              <a:t>Development Approach</a:t>
            </a:r>
          </a:p>
          <a:p>
            <a:pPr marL="0" indent="0">
              <a:buNone/>
            </a:pPr>
            <a:r>
              <a:rPr lang="en-US" sz="2100" b="1" dirty="0"/>
              <a:t>1. User Input</a:t>
            </a:r>
            <a:endParaRPr lang="en-US" sz="2100" dirty="0"/>
          </a:p>
          <a:p>
            <a:pPr lvl="0"/>
            <a:r>
              <a:rPr lang="en-US" sz="1800" dirty="0"/>
              <a:t>Donor registration </a:t>
            </a:r>
          </a:p>
          <a:p>
            <a:pPr lvl="0"/>
            <a:r>
              <a:rPr lang="en-US" sz="1800" dirty="0"/>
              <a:t>Recipient emergency request </a:t>
            </a:r>
          </a:p>
          <a:p>
            <a:pPr marL="0" indent="0">
              <a:buNone/>
            </a:pPr>
            <a:r>
              <a:rPr lang="en-US" sz="2100" b="1" dirty="0"/>
              <a:t>2. Data Processing</a:t>
            </a:r>
            <a:endParaRPr lang="en-US" sz="2100" dirty="0"/>
          </a:p>
          <a:p>
            <a:pPr lvl="0"/>
            <a:r>
              <a:rPr lang="en-US" sz="1800" dirty="0"/>
              <a:t>Validate donor/request information </a:t>
            </a:r>
          </a:p>
          <a:p>
            <a:pPr lvl="0"/>
            <a:r>
              <a:rPr lang="en-US" sz="1800" dirty="0"/>
              <a:t>Check availability </a:t>
            </a:r>
          </a:p>
          <a:p>
            <a:pPr lvl="0"/>
            <a:r>
              <a:rPr lang="en-US" sz="1800" dirty="0"/>
              <a:t>Identify blood and donation type </a:t>
            </a:r>
          </a:p>
          <a:p>
            <a:pPr marL="0" indent="0">
              <a:buNone/>
            </a:pPr>
            <a:r>
              <a:rPr lang="en-US" sz="2100" b="1" dirty="0"/>
              <a:t>3. Matching</a:t>
            </a:r>
            <a:endParaRPr lang="en-US" sz="2100" dirty="0"/>
          </a:p>
          <a:p>
            <a:pPr lvl="0"/>
            <a:r>
              <a:rPr lang="en-US" sz="1800" dirty="0"/>
              <a:t>Blood compatibility </a:t>
            </a:r>
          </a:p>
          <a:p>
            <a:pPr lvl="0"/>
            <a:r>
              <a:rPr lang="en-US" sz="1800" dirty="0"/>
              <a:t>Donation type </a:t>
            </a:r>
          </a:p>
          <a:p>
            <a:pPr lvl="0"/>
            <a:r>
              <a:rPr lang="en-US" sz="1800" dirty="0"/>
              <a:t>Organ compatibility </a:t>
            </a:r>
          </a:p>
          <a:p>
            <a:pPr lvl="0"/>
            <a:r>
              <a:rPr lang="en-US" sz="1800" dirty="0"/>
              <a:t>City/location priority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D7A03-2851-E080-957B-2B68A5732537}"/>
              </a:ext>
            </a:extLst>
          </p:cNvPr>
          <p:cNvSpPr txBox="1"/>
          <p:nvPr/>
        </p:nvSpPr>
        <p:spPr>
          <a:xfrm>
            <a:off x="5067760" y="1805669"/>
            <a:ext cx="60978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Results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Rank suitable donors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Display match 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Provide match information </a:t>
            </a:r>
          </a:p>
          <a:p>
            <a:pPr>
              <a:buNone/>
            </a:pPr>
            <a:r>
              <a:rPr lang="en-US" b="1" dirty="0"/>
              <a:t>5. AI Assistance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Gemini-powered assistant provides contextual guidance and explanations. 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99BA-B707-7512-16AD-B6BBCFDA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DAE4B8-4BDF-5D82-5FC3-F5970E3D9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832902"/>
              </p:ext>
            </p:extLst>
          </p:nvPr>
        </p:nvGraphicFramePr>
        <p:xfrm>
          <a:off x="616945" y="1443210"/>
          <a:ext cx="10994030" cy="4241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79055">
                  <a:extLst>
                    <a:ext uri="{9D8B030D-6E8A-4147-A177-3AD203B41FA5}">
                      <a16:colId xmlns:a16="http://schemas.microsoft.com/office/drawing/2014/main" val="4081180271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612343854"/>
                    </a:ext>
                  </a:extLst>
                </a:gridCol>
              </a:tblGrid>
              <a:tr h="53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293046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Core application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911214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Streamlit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Web application &amp;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272792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Google Gemini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AI Assistant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757152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Data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980084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Session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Temporary application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853416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Git &amp; 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Version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833905"/>
                  </a:ext>
                </a:extLst>
              </a:tr>
              <a:tr h="5301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Streamlit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624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11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02026"/>
            <a:ext cx="3880638" cy="3534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Matching Algorithm</a:t>
            </a:r>
          </a:p>
          <a:p>
            <a:pPr marL="0" indent="0">
              <a:buNone/>
            </a:pPr>
            <a:r>
              <a:rPr lang="en-US" sz="2000" b="1" dirty="0"/>
              <a:t>Input:</a:t>
            </a:r>
            <a:endParaRPr lang="en-US" sz="2000" dirty="0"/>
          </a:p>
          <a:p>
            <a:pPr lvl="0"/>
            <a:r>
              <a:rPr lang="en-US" sz="1800" dirty="0"/>
              <a:t>Donor details </a:t>
            </a:r>
          </a:p>
          <a:p>
            <a:pPr lvl="0"/>
            <a:r>
              <a:rPr lang="en-US" sz="1800" dirty="0"/>
              <a:t>Blood group </a:t>
            </a:r>
          </a:p>
          <a:p>
            <a:pPr lvl="0"/>
            <a:r>
              <a:rPr lang="en-US" sz="1800" dirty="0"/>
              <a:t>Donation type </a:t>
            </a:r>
          </a:p>
          <a:p>
            <a:pPr lvl="0"/>
            <a:r>
              <a:rPr lang="en-US" sz="1800" dirty="0"/>
              <a:t>Organ type </a:t>
            </a:r>
          </a:p>
          <a:p>
            <a:pPr lvl="0"/>
            <a:r>
              <a:rPr lang="en-US" sz="1800" dirty="0"/>
              <a:t>City/location </a:t>
            </a:r>
          </a:p>
          <a:p>
            <a:pPr lvl="0"/>
            <a:r>
              <a:rPr lang="en-US" sz="1800" dirty="0"/>
              <a:t>Availability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0B68A-8FAD-19DB-9A2E-052222E43836}"/>
              </a:ext>
            </a:extLst>
          </p:cNvPr>
          <p:cNvSpPr txBox="1"/>
          <p:nvPr/>
        </p:nvSpPr>
        <p:spPr>
          <a:xfrm>
            <a:off x="4657381" y="1302026"/>
            <a:ext cx="609783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Matching Process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Donor / Recipient Request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Check Availability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Check Donation Type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Check Blood Compatibility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Check Organ Compatibility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Calculate Match Score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Rank Suitable Donors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    ↓</a:t>
            </a:r>
          </a:p>
          <a:p>
            <a:pPr algn="ctr" rtl="0">
              <a:buNone/>
            </a:pPr>
            <a:r>
              <a:rPr lang="en-US" dirty="0">
                <a:latin typeface="+mn-lt"/>
              </a:rPr>
              <a:t>Display Matches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31" y="1325153"/>
            <a:ext cx="10022542" cy="4426745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/>
              <a:t>System Results</a:t>
            </a:r>
          </a:p>
          <a:p>
            <a:r>
              <a:rPr lang="en-US" sz="2400" dirty="0"/>
              <a:t>The developed prototype successfully demonstrates:</a:t>
            </a:r>
          </a:p>
          <a:p>
            <a:pPr lvl="0"/>
            <a:r>
              <a:rPr lang="en-US" sz="2400" dirty="0"/>
              <a:t>✅ Donor registration </a:t>
            </a:r>
          </a:p>
          <a:p>
            <a:pPr lvl="0"/>
            <a:r>
              <a:rPr lang="en-US" sz="2400" dirty="0"/>
              <a:t>✅ Emergency request creation </a:t>
            </a:r>
          </a:p>
          <a:p>
            <a:pPr lvl="0"/>
            <a:r>
              <a:rPr lang="en-US" sz="2400" dirty="0"/>
              <a:t>✅ Compatible donor filtering </a:t>
            </a:r>
          </a:p>
          <a:p>
            <a:pPr lvl="0"/>
            <a:r>
              <a:rPr lang="en-US" sz="2400" dirty="0"/>
              <a:t>✅ Location-based prioritization </a:t>
            </a:r>
          </a:p>
          <a:p>
            <a:pPr lvl="0"/>
            <a:r>
              <a:rPr lang="en-US" sz="2400" dirty="0"/>
              <a:t>✅ Match scoring and ranking </a:t>
            </a:r>
          </a:p>
          <a:p>
            <a:pPr lvl="0"/>
            <a:r>
              <a:rPr lang="en-US" sz="2400" dirty="0"/>
              <a:t>✅ Dashboard for system overview </a:t>
            </a:r>
          </a:p>
          <a:p>
            <a:pPr lvl="0"/>
            <a:r>
              <a:rPr lang="en-US" sz="2400" dirty="0"/>
              <a:t>✅ AI-powered assistance </a:t>
            </a:r>
          </a:p>
          <a:p>
            <a:r>
              <a:rPr lang="en-US" sz="2400" b="1" dirty="0"/>
              <a:t>Expected Outcome</a:t>
            </a:r>
          </a:p>
          <a:p>
            <a:r>
              <a:rPr lang="en-US" sz="2400" dirty="0"/>
              <a:t>The system helps reduce manual searching and provides a structured way to identify potential donors quickly.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FC29-B8EE-75B5-C38F-42268F53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FC6FCC-AAA6-6B8A-7C62-4888EE38F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34800"/>
            <a:ext cx="11029616" cy="492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68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1DCB-A6F0-7566-91A0-24AFE94F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45AEE7-2D3C-9D8F-86C5-2EFC6C11B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604" y="1312767"/>
            <a:ext cx="10128791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1E46-1B26-DD57-5620-7B913BF3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0B06F7-6542-E4D0-E4C8-9DEF8E25B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8091" y="1301750"/>
            <a:ext cx="6015209" cy="467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614D01-EAA3-786B-F3EA-C80DA773A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216"/>
            <a:ext cx="5881252" cy="46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6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644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Conclusion</a:t>
            </a:r>
          </a:p>
          <a:p>
            <a:r>
              <a:rPr lang="en-US" sz="2000" dirty="0" err="1"/>
              <a:t>LifeLink</a:t>
            </a:r>
            <a:r>
              <a:rPr lang="en-US" sz="2000" dirty="0"/>
              <a:t> AI provides a centralized platform for donor-recipient coordination. </a:t>
            </a:r>
          </a:p>
          <a:p>
            <a:pPr lvl="0"/>
            <a:r>
              <a:rPr lang="en-US" sz="2000" dirty="0"/>
              <a:t>The matching algorithm identifies potential donors using compatibility and availability criteria. </a:t>
            </a:r>
          </a:p>
          <a:p>
            <a:pPr lvl="0"/>
            <a:r>
              <a:rPr lang="en-US" sz="2000" dirty="0"/>
              <a:t>Location-based prioritization helps surface nearby donors. </a:t>
            </a:r>
          </a:p>
          <a:p>
            <a:pPr lvl="0"/>
            <a:r>
              <a:rPr lang="en-US" sz="2000" dirty="0"/>
              <a:t>Gemini AI enhances the application with intelligent assistance. </a:t>
            </a:r>
          </a:p>
          <a:p>
            <a:pPr lvl="0"/>
            <a:r>
              <a:rPr lang="en-US" sz="2000" dirty="0" err="1"/>
              <a:t>Streamlit</a:t>
            </a:r>
            <a:r>
              <a:rPr lang="en-US" sz="2000" dirty="0"/>
              <a:t> provides a simple and accessible interface. </a:t>
            </a:r>
          </a:p>
          <a:p>
            <a:pPr marL="0" indent="0">
              <a:buNone/>
            </a:pPr>
            <a:r>
              <a:rPr lang="en-US" sz="2000" b="1" dirty="0"/>
              <a:t>Overall:</a:t>
            </a:r>
            <a:r>
              <a:rPr lang="en-US" sz="2000" dirty="0"/>
              <a:t> </a:t>
            </a:r>
            <a:r>
              <a:rPr lang="en-US" sz="2000" dirty="0" err="1"/>
              <a:t>LifeLink</a:t>
            </a:r>
            <a:r>
              <a:rPr lang="en-US" sz="2000" dirty="0"/>
              <a:t> AI demonstrates how AI and automation can support faster and more organized donor matching.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Future Enhancements</a:t>
            </a:r>
          </a:p>
          <a:p>
            <a:pPr lvl="0"/>
            <a:r>
              <a:rPr lang="en-US" sz="2000" dirty="0"/>
              <a:t>📍 Real-time GPS-based distance calculation </a:t>
            </a:r>
          </a:p>
          <a:p>
            <a:pPr lvl="0"/>
            <a:r>
              <a:rPr lang="en-US" sz="2000" dirty="0"/>
              <a:t>🔔 SMS / Email / Push notifications </a:t>
            </a:r>
          </a:p>
          <a:p>
            <a:pPr lvl="0"/>
            <a:r>
              <a:rPr lang="en-US" sz="2000" dirty="0"/>
              <a:t>🗄️ PostgreSQL / MongoDB database integration </a:t>
            </a:r>
          </a:p>
          <a:p>
            <a:pPr lvl="0"/>
            <a:r>
              <a:rPr lang="en-US" sz="2000" dirty="0"/>
              <a:t>👨‍💼 Admin verification system </a:t>
            </a:r>
          </a:p>
          <a:p>
            <a:pPr lvl="0"/>
            <a:r>
              <a:rPr lang="en-US" sz="2000" dirty="0"/>
              <a:t>🔐 Improved authentication and data security </a:t>
            </a:r>
          </a:p>
          <a:p>
            <a:pPr lvl="0"/>
            <a:r>
              <a:rPr lang="en-US" sz="2000" dirty="0"/>
              <a:t>📱 Mobile application </a:t>
            </a:r>
          </a:p>
          <a:p>
            <a:pPr lvl="0"/>
            <a:r>
              <a:rPr lang="en-US" sz="2000" dirty="0"/>
              <a:t>🏥 Hospital integration </a:t>
            </a:r>
          </a:p>
          <a:p>
            <a:pPr lvl="0"/>
            <a:r>
              <a:rPr lang="en-US" sz="2000" dirty="0"/>
              <a:t>📈 Advanced analytics </a:t>
            </a:r>
          </a:p>
          <a:p>
            <a:pPr lvl="0"/>
            <a:r>
              <a:rPr lang="en-US" sz="2000" dirty="0"/>
              <a:t>🤖 Improved intelligent donor recommendation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12659"/>
            <a:ext cx="11029615" cy="42481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References</a:t>
            </a:r>
          </a:p>
          <a:p>
            <a:pPr lvl="0"/>
            <a:r>
              <a:rPr lang="en-US" sz="2400" dirty="0"/>
              <a:t>Python Documentation </a:t>
            </a:r>
          </a:p>
          <a:p>
            <a:pPr lvl="0"/>
            <a:r>
              <a:rPr lang="en-US" sz="2400" dirty="0" err="1"/>
              <a:t>Streamlit</a:t>
            </a:r>
            <a:r>
              <a:rPr lang="en-US" sz="2400" dirty="0"/>
              <a:t> Documentation </a:t>
            </a:r>
          </a:p>
          <a:p>
            <a:pPr lvl="0"/>
            <a:r>
              <a:rPr lang="en-US" sz="2400" dirty="0"/>
              <a:t>Google Gemini API Documentation </a:t>
            </a:r>
          </a:p>
          <a:p>
            <a:pPr lvl="0"/>
            <a:r>
              <a:rPr lang="en-US" sz="2400" dirty="0"/>
              <a:t>Pandas Documentation </a:t>
            </a:r>
          </a:p>
          <a:p>
            <a:pPr lvl="0"/>
            <a:r>
              <a:rPr lang="en-US" sz="2400" dirty="0"/>
              <a:t>GitHub Documentation </a:t>
            </a:r>
          </a:p>
          <a:p>
            <a:pPr lvl="0"/>
            <a:r>
              <a:rPr lang="en-US" sz="2400" dirty="0"/>
              <a:t>Blood group compatibility references </a:t>
            </a:r>
          </a:p>
          <a:p>
            <a:pPr lvl="0"/>
            <a:r>
              <a:rPr lang="en-US" sz="2400" dirty="0"/>
              <a:t>Project requirements / AICTE </a:t>
            </a:r>
            <a:r>
              <a:rPr lang="en-US" sz="2400" dirty="0" err="1"/>
              <a:t>SkillsBuild</a:t>
            </a:r>
            <a:r>
              <a:rPr lang="en-US" sz="2400" dirty="0"/>
              <a:t>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err="1"/>
              <a:t>Github</a:t>
            </a:r>
            <a:r>
              <a:rPr lang="en-IN"/>
              <a:t> Link: </a:t>
            </a:r>
            <a:endParaRPr lang="en-US"/>
          </a:p>
          <a:p>
            <a:pPr marL="305435" indent="-305435"/>
            <a:r>
              <a:rPr lang="en-IN"/>
              <a:t>Deployment: HF, </a:t>
            </a:r>
            <a:r>
              <a:rPr lang="en-IN" err="1"/>
              <a:t>Streamlit</a:t>
            </a:r>
            <a:r>
              <a:rPr lang="en-IN"/>
              <a:t> Link, </a:t>
            </a:r>
            <a:r>
              <a:rPr lang="en-IN" err="1"/>
              <a:t>Gradio</a:t>
            </a:r>
            <a:r>
              <a:rPr lang="en-IN"/>
              <a:t> (OPTIONAL)</a:t>
            </a:r>
          </a:p>
          <a:p>
            <a:pPr marL="305435" indent="-305435"/>
            <a:r>
              <a:rPr lang="en-IN">
                <a:hlinkClick r:id="rId2"/>
              </a:rPr>
              <a:t>Streamlit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272</TotalTime>
  <Words>556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Franklin Gothic Book</vt:lpstr>
      <vt:lpstr>Franklin Gothic Demi</vt:lpstr>
      <vt:lpstr>Wingdings 2</vt:lpstr>
      <vt:lpstr>DividendVTI</vt:lpstr>
      <vt:lpstr>PowerPoint Presentation</vt:lpstr>
      <vt:lpstr>OUTLINE</vt:lpstr>
      <vt:lpstr>Problem Statement</vt:lpstr>
      <vt:lpstr>Proposed Solution</vt:lpstr>
      <vt:lpstr>System  Approach</vt:lpstr>
      <vt:lpstr>TECHNOLOGIES USED</vt:lpstr>
      <vt:lpstr>Algorithm &amp; 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Nakul mehra</cp:lastModifiedBy>
  <cp:revision>3</cp:revision>
  <dcterms:created xsi:type="dcterms:W3CDTF">2021-05-26T16:50:10Z</dcterms:created>
  <dcterms:modified xsi:type="dcterms:W3CDTF">2026-09-01T15:49:26Z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